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645920"/>
            <a:ext cx="5486400" cy="411480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1F5F9"/>
                </a:solidFill>
                <a:latin typeface="Georgia"/>
              </a:rPr>
              <a:t>Тақырып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1F5F9"/>
                </a:solidFill>
                <a:latin typeface="Georgia"/>
              </a:rPr>
              <a:t>Мәтін мазмұны бірнеше сөз Мәтін мазмұны бірнеше сөз Мәтін мазмұны бірнеше сөз </a:t>
            </a:r>
          </a:p>
        </p:txBody>
      </p:sp>
      <p:pic>
        <p:nvPicPr>
          <p:cNvPr id="5" name="Picture 4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645920"/>
            <a:ext cx="5486400" cy="411480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1F5F9"/>
                </a:solidFill>
                <a:latin typeface="Georgia"/>
              </a:rPr>
              <a:t>Тақырып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1F5F9"/>
                </a:solidFill>
                <a:latin typeface="Georgia"/>
              </a:rPr>
              <a:t>Мәтін мазмұны бірнеше сөз Мәтін мазмұны бірнеше сөз Мәтін мазмұны бірнеше сөз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645920"/>
            <a:ext cx="5486400" cy="411480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1F5F9"/>
                </a:solidFill>
                <a:latin typeface="Georgia"/>
              </a:rPr>
              <a:t>Тақырып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1F5F9"/>
                </a:solidFill>
                <a:latin typeface="Georgia"/>
              </a:rPr>
              <a:t>Мәтін мазмұны бірнеше сөз Мәтін мазмұны бірнеше сөз Мәтін мазмұны бірнеше сөз </a:t>
            </a:r>
          </a:p>
        </p:txBody>
      </p:sp>
      <p:pic>
        <p:nvPicPr>
          <p:cNvPr id="5" name="Picture 4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645920"/>
            <a:ext cx="5486400" cy="4114800"/>
          </a:xfrm>
          <a:prstGeom prst="round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1F5F9"/>
                </a:solidFill>
                <a:latin typeface="Georgia"/>
              </a:rPr>
              <a:t>Тақырып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120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1F5F9"/>
                </a:solidFill>
                <a:latin typeface="Georgia"/>
              </a:rPr>
              <a:t>Мәтін мазмұны бірнеше сөз Мәтін мазмұны бірнеше сөз Мәтін мазмұны бірнеше сөз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