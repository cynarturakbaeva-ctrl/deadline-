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Жасанды интеллект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Курстық жұмыс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A37"/>
                </a:solidFill>
                <a:latin typeface="Georgia"/>
              </a:rPr>
              <a:t>Өзектілік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A37"/>
                </a:solidFill>
                <a:latin typeface="Georgia"/>
              </a:rPr>
              <a:t>Бұл тақырып қазіргі заманда маңызды болып отыр. Бұл тақырып қазіргі заманда маңызды болып отыр. Бұл тақырып қазіргі заманда маңызды болып отыр. </a:t>
            </a:r>
          </a:p>
        </p:txBody>
      </p:sp>
      <p:pic>
        <p:nvPicPr>
          <p:cNvPr id="7" name="Picture 6" descr="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53035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A37"/>
                </a:solidFill>
                <a:latin typeface="Georgia"/>
              </a:rPr>
              <a:t>Мақсат және міндеттер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37"/>
                </a:solidFill>
                <a:latin typeface="Georgia"/>
              </a:rPr>
              <a:t>Мақсаты: жүйені зерттеу. Міндеттері: талдау, салыстыру, қорытынды жасау, ұсыныс беру.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A37"/>
                </a:solidFill>
                <a:latin typeface="Georgia"/>
              </a:rPr>
              <a:t>Негізгі бағыттар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3474720"/>
          </a:xfrm>
          <a:prstGeom prst="round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Бағыт 1: қысқаша сипаттама мәтіні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828800"/>
            <a:ext cx="3474720" cy="3474720"/>
          </a:xfrm>
          <a:prstGeom prst="round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Бағыт 2: қысқаша сипаттама мәтіні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828800"/>
            <a:ext cx="3474720" cy="3474720"/>
          </a:xfrm>
          <a:prstGeom prst="roundRect">
            <a:avLst/>
          </a:prstGeom>
          <a:solidFill>
            <a:srgbClr val="FF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Бағыт 3: қысқаша сипаттама мәтіні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A37"/>
                </a:solidFill>
                <a:latin typeface="Georgia"/>
              </a:rPr>
              <a:t>Салыстыру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914400"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Ұяшық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2A37"/>
                </a:solidFill>
                <a:latin typeface="Georgia"/>
              </a:rPr>
              <a:t>Динамика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45920"/>
          <a:ext cx="10058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1F2A37"/>
                </a:solidFill>
                <a:latin typeface="Georgia"/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F2A37"/>
                </a:solidFill>
                <a:latin typeface="Georgia"/>
              </a:rPr>
              <a:t>пайдаланушылар қолдайды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9144000" cy="914400"/>
          </a:xfrm>
        </p:spPr>
        <p:txBody>
          <a:bodyPr/>
          <a:lstStyle/>
          <a:p>
            <a:r>
              <a:rPr sz="3400">
                <a:solidFill>
                  <a:srgbClr val="1F2A37"/>
                </a:solidFill>
                <a:latin typeface="Georgia"/>
              </a:rPr>
              <a:t>Қорытынды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0058400" cy="3657600"/>
          </a:xfrm>
        </p:spPr>
        <p:txBody>
          <a:bodyPr/>
          <a:lstStyle/>
          <a:p>
            <a:r>
              <a:t>Жұмыс барысында мақсатқа қол жеткізілді.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9144000" cy="914400"/>
          </a:xfrm>
        </p:spPr>
        <p:txBody>
          <a:bodyPr/>
          <a:lstStyle/>
          <a:p>
            <a:r>
              <a:rPr sz="3400">
                <a:solidFill>
                  <a:srgbClr val="1F2A37"/>
                </a:solidFill>
                <a:latin typeface="Georgia"/>
              </a:rPr>
              <a:t>Пайдаланылған әдебиеттер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45920"/>
            <a:ext cx="10058400" cy="3657600"/>
          </a:xfrm>
        </p:spPr>
        <p:txBody>
          <a:bodyPr/>
          <a:lstStyle/>
          <a:p>
            <a:r>
              <a:t>1. Автор А. Кітап. 2020.</a:t>
            </a:r>
          </a:p>
          <a:p>
            <a:r>
              <a:t>2. Автор Б. Мақала. 2021.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7432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